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25" d="100"/>
          <a:sy n="125" d="100"/>
        </p:scale>
        <p:origin x="1866" y="9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7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0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1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3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7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56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5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8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5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3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609C6-5DB6-4698-A3AD-5115AB57A1D5}" type="datetimeFigureOut">
              <a:rPr lang="en-US" smtClean="0"/>
              <a:t>4/11/2022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A75AE-FBC2-43E6-A227-74DC704FA00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86130" y="235210"/>
            <a:ext cx="972000" cy="43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1200" dirty="0" smtClean="0"/>
              <a:t>Initialisation</a:t>
            </a:r>
            <a:endParaRPr lang="en-AU" sz="1200" dirty="0"/>
          </a:p>
        </p:txBody>
      </p:sp>
      <p:sp>
        <p:nvSpPr>
          <p:cNvPr id="8" name="Rectangle 7"/>
          <p:cNvSpPr/>
          <p:nvPr/>
        </p:nvSpPr>
        <p:spPr>
          <a:xfrm>
            <a:off x="1686130" y="923524"/>
            <a:ext cx="972000" cy="43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smtClean="0"/>
              <a:t>Observe before step</a:t>
            </a:r>
            <a:endParaRPr lang="en-AU" sz="1200" dirty="0"/>
          </a:p>
        </p:txBody>
      </p:sp>
      <p:sp>
        <p:nvSpPr>
          <p:cNvPr id="9" name="Losange 8"/>
          <p:cNvSpPr/>
          <p:nvPr/>
        </p:nvSpPr>
        <p:spPr>
          <a:xfrm>
            <a:off x="1309657" y="1611838"/>
            <a:ext cx="1724946" cy="1044907"/>
          </a:xfrm>
          <a:prstGeom prst="diamon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Any </a:t>
            </a:r>
            <a:r>
              <a:rPr lang="en-AU" sz="1200" dirty="0" smtClean="0"/>
              <a:t>more</a:t>
            </a:r>
            <a:r>
              <a:rPr lang="en-US" sz="1200" dirty="0" smtClean="0"/>
              <a:t> time events?</a:t>
            </a:r>
            <a:endParaRPr lang="en-US" sz="1200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376473" y="1972893"/>
            <a:ext cx="645672" cy="322796"/>
          </a:xfrm>
          <a:prstGeom prst="roundRect">
            <a:avLst>
              <a:gd name="adj" fmla="val 4027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END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1686130" y="2842490"/>
            <a:ext cx="972000" cy="43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Get next </a:t>
            </a:r>
            <a:r>
              <a:rPr lang="en-US" sz="1200" dirty="0" err="1" smtClean="0"/>
              <a:t>t+dt</a:t>
            </a:r>
            <a:endParaRPr lang="en-US" sz="1200" dirty="0"/>
          </a:p>
        </p:txBody>
      </p:sp>
      <p:sp>
        <p:nvSpPr>
          <p:cNvPr id="13" name="Rectangle 12"/>
          <p:cNvSpPr/>
          <p:nvPr/>
        </p:nvSpPr>
        <p:spPr>
          <a:xfrm>
            <a:off x="1686130" y="3601373"/>
            <a:ext cx="972000" cy="432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Try step</a:t>
            </a:r>
            <a:endParaRPr lang="en-US" sz="1200" dirty="0"/>
          </a:p>
        </p:txBody>
      </p:sp>
      <p:sp>
        <p:nvSpPr>
          <p:cNvPr id="14" name="Losange 13"/>
          <p:cNvSpPr/>
          <p:nvPr/>
        </p:nvSpPr>
        <p:spPr>
          <a:xfrm>
            <a:off x="1241340" y="4289687"/>
            <a:ext cx="1861581" cy="861155"/>
          </a:xfrm>
          <a:prstGeom prst="diamond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Step accepted by stepper?</a:t>
            </a:r>
            <a:endParaRPr lang="en-US" sz="1200" dirty="0"/>
          </a:p>
        </p:txBody>
      </p:sp>
      <p:sp>
        <p:nvSpPr>
          <p:cNvPr id="15" name="Rectangle 14"/>
          <p:cNvSpPr/>
          <p:nvPr/>
        </p:nvSpPr>
        <p:spPr>
          <a:xfrm>
            <a:off x="5126379" y="5503998"/>
            <a:ext cx="1308237" cy="51875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Update discrete states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5090581" y="2905332"/>
            <a:ext cx="1355968" cy="4560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Update continuous states</a:t>
            </a:r>
            <a:endParaRPr lang="en-US" sz="1200" dirty="0"/>
          </a:p>
        </p:txBody>
      </p:sp>
      <p:sp>
        <p:nvSpPr>
          <p:cNvPr id="18" name="Losange 17"/>
          <p:cNvSpPr/>
          <p:nvPr/>
        </p:nvSpPr>
        <p:spPr>
          <a:xfrm>
            <a:off x="1254318" y="5407156"/>
            <a:ext cx="1835625" cy="712437"/>
          </a:xfrm>
          <a:prstGeom prst="diamon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State event detected?</a:t>
            </a:r>
            <a:endParaRPr lang="en-US" sz="1200" dirty="0"/>
          </a:p>
        </p:txBody>
      </p:sp>
      <p:sp>
        <p:nvSpPr>
          <p:cNvPr id="19" name="Rectangle 18"/>
          <p:cNvSpPr/>
          <p:nvPr/>
        </p:nvSpPr>
        <p:spPr>
          <a:xfrm>
            <a:off x="1686130" y="6375907"/>
            <a:ext cx="972000" cy="43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Locate event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1686130" y="7064223"/>
            <a:ext cx="972000" cy="43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Run event actions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5270632" y="1918291"/>
            <a:ext cx="972000" cy="43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Observe after step</a:t>
            </a:r>
            <a:endParaRPr lang="en-US" sz="1200" dirty="0"/>
          </a:p>
        </p:txBody>
      </p:sp>
      <p:sp>
        <p:nvSpPr>
          <p:cNvPr id="22" name="Rectangle 21"/>
          <p:cNvSpPr/>
          <p:nvPr/>
        </p:nvSpPr>
        <p:spPr>
          <a:xfrm>
            <a:off x="3346232" y="4396265"/>
            <a:ext cx="1296000" cy="64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smtClean="0"/>
              <a:t>Stepper computes new step size</a:t>
            </a:r>
            <a:endParaRPr lang="en-AU" sz="1200" dirty="0"/>
          </a:p>
        </p:txBody>
      </p:sp>
      <p:sp>
        <p:nvSpPr>
          <p:cNvPr id="23" name="Rectangle 22"/>
          <p:cNvSpPr/>
          <p:nvPr/>
        </p:nvSpPr>
        <p:spPr>
          <a:xfrm>
            <a:off x="3327344" y="1810291"/>
            <a:ext cx="1296000" cy="648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smtClean="0"/>
              <a:t>Add new </a:t>
            </a:r>
            <a:r>
              <a:rPr lang="en-AU" sz="1200" dirty="0" err="1" smtClean="0"/>
              <a:t>t+dt</a:t>
            </a:r>
            <a:r>
              <a:rPr lang="en-AU" sz="1200" dirty="0" smtClean="0"/>
              <a:t> to list of time events if </a:t>
            </a:r>
            <a:r>
              <a:rPr lang="en-AU" sz="1200" dirty="0" err="1" smtClean="0"/>
              <a:t>t+dt</a:t>
            </a:r>
            <a:r>
              <a:rPr lang="en-AU" sz="1200" dirty="0" smtClean="0"/>
              <a:t>&lt;tend</a:t>
            </a:r>
            <a:endParaRPr lang="en-AU" sz="1200" dirty="0"/>
          </a:p>
        </p:txBody>
      </p:sp>
      <p:cxnSp>
        <p:nvCxnSpPr>
          <p:cNvPr id="6" name="Connecteur droit avec flèche 5"/>
          <p:cNvCxnSpPr>
            <a:stCxn id="4" idx="2"/>
            <a:endCxn id="8" idx="0"/>
          </p:cNvCxnSpPr>
          <p:nvPr/>
        </p:nvCxnSpPr>
        <p:spPr>
          <a:xfrm>
            <a:off x="2172130" y="667210"/>
            <a:ext cx="0" cy="25631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>
            <a:stCxn id="23" idx="1"/>
            <a:endCxn id="9" idx="3"/>
          </p:cNvCxnSpPr>
          <p:nvPr/>
        </p:nvCxnSpPr>
        <p:spPr>
          <a:xfrm flipH="1">
            <a:off x="3034603" y="2134291"/>
            <a:ext cx="292741" cy="1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>
            <a:stCxn id="22" idx="0"/>
            <a:endCxn id="23" idx="2"/>
          </p:cNvCxnSpPr>
          <p:nvPr/>
        </p:nvCxnSpPr>
        <p:spPr>
          <a:xfrm flipH="1" flipV="1">
            <a:off x="3975344" y="2458291"/>
            <a:ext cx="18888" cy="193797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>
            <a:stCxn id="16" idx="0"/>
            <a:endCxn id="21" idx="2"/>
          </p:cNvCxnSpPr>
          <p:nvPr/>
        </p:nvCxnSpPr>
        <p:spPr>
          <a:xfrm flipH="1" flipV="1">
            <a:off x="5756632" y="2350291"/>
            <a:ext cx="11933" cy="555041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>
            <a:stCxn id="15" idx="0"/>
            <a:endCxn id="16" idx="2"/>
          </p:cNvCxnSpPr>
          <p:nvPr/>
        </p:nvCxnSpPr>
        <p:spPr>
          <a:xfrm flipH="1" flipV="1">
            <a:off x="5768565" y="3361382"/>
            <a:ext cx="11933" cy="2142616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>
            <a:stCxn id="19" idx="2"/>
            <a:endCxn id="20" idx="0"/>
          </p:cNvCxnSpPr>
          <p:nvPr/>
        </p:nvCxnSpPr>
        <p:spPr>
          <a:xfrm>
            <a:off x="2172130" y="6807907"/>
            <a:ext cx="0" cy="256316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>
            <a:stCxn id="18" idx="2"/>
            <a:endCxn id="19" idx="0"/>
          </p:cNvCxnSpPr>
          <p:nvPr/>
        </p:nvCxnSpPr>
        <p:spPr>
          <a:xfrm flipH="1">
            <a:off x="2172130" y="6119593"/>
            <a:ext cx="1" cy="25631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>
            <a:stCxn id="14" idx="2"/>
            <a:endCxn id="18" idx="0"/>
          </p:cNvCxnSpPr>
          <p:nvPr/>
        </p:nvCxnSpPr>
        <p:spPr>
          <a:xfrm>
            <a:off x="2172131" y="5150842"/>
            <a:ext cx="0" cy="25631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>
            <a:stCxn id="14" idx="3"/>
            <a:endCxn id="22" idx="1"/>
          </p:cNvCxnSpPr>
          <p:nvPr/>
        </p:nvCxnSpPr>
        <p:spPr>
          <a:xfrm>
            <a:off x="3102921" y="4720265"/>
            <a:ext cx="243311" cy="0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>
            <a:stCxn id="13" idx="2"/>
            <a:endCxn id="14" idx="0"/>
          </p:cNvCxnSpPr>
          <p:nvPr/>
        </p:nvCxnSpPr>
        <p:spPr>
          <a:xfrm>
            <a:off x="2172130" y="4033373"/>
            <a:ext cx="1" cy="25631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12" idx="2"/>
            <a:endCxn id="13" idx="0"/>
          </p:cNvCxnSpPr>
          <p:nvPr/>
        </p:nvCxnSpPr>
        <p:spPr>
          <a:xfrm>
            <a:off x="2172130" y="3274490"/>
            <a:ext cx="0" cy="326883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>
            <a:stCxn id="8" idx="2"/>
            <a:endCxn id="9" idx="0"/>
          </p:cNvCxnSpPr>
          <p:nvPr/>
        </p:nvCxnSpPr>
        <p:spPr>
          <a:xfrm>
            <a:off x="2172130" y="1355524"/>
            <a:ext cx="0" cy="256314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>
            <a:stCxn id="9" idx="2"/>
            <a:endCxn id="12" idx="0"/>
          </p:cNvCxnSpPr>
          <p:nvPr/>
        </p:nvCxnSpPr>
        <p:spPr>
          <a:xfrm>
            <a:off x="2172130" y="2656745"/>
            <a:ext cx="0" cy="185745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stCxn id="9" idx="1"/>
            <a:endCxn id="11" idx="3"/>
          </p:cNvCxnSpPr>
          <p:nvPr/>
        </p:nvCxnSpPr>
        <p:spPr>
          <a:xfrm flipH="1" flipV="1">
            <a:off x="1022145" y="2134291"/>
            <a:ext cx="287512" cy="1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6" name="Connecteur en angle 1065"/>
          <p:cNvCxnSpPr>
            <a:stCxn id="20" idx="3"/>
            <a:endCxn id="15" idx="2"/>
          </p:cNvCxnSpPr>
          <p:nvPr/>
        </p:nvCxnSpPr>
        <p:spPr>
          <a:xfrm flipV="1">
            <a:off x="2658130" y="6022751"/>
            <a:ext cx="3122368" cy="1257472"/>
          </a:xfrm>
          <a:prstGeom prst="bentConnector2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Connecteur droit avec flèche 106"/>
          <p:cNvCxnSpPr>
            <a:stCxn id="18" idx="3"/>
            <a:endCxn id="15" idx="1"/>
          </p:cNvCxnSpPr>
          <p:nvPr/>
        </p:nvCxnSpPr>
        <p:spPr>
          <a:xfrm>
            <a:off x="3089943" y="5763375"/>
            <a:ext cx="2036436" cy="0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necteur droit avec flèche 123"/>
          <p:cNvCxnSpPr>
            <a:stCxn id="21" idx="1"/>
            <a:endCxn id="23" idx="3"/>
          </p:cNvCxnSpPr>
          <p:nvPr/>
        </p:nvCxnSpPr>
        <p:spPr>
          <a:xfrm flipH="1">
            <a:off x="4623344" y="2134291"/>
            <a:ext cx="647288" cy="0"/>
          </a:xfrm>
          <a:prstGeom prst="straightConnector1">
            <a:avLst/>
          </a:prstGeom>
          <a:ln>
            <a:tailEnd type="stealth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1" name="Rectangle à coins arrondis 250"/>
          <p:cNvSpPr/>
          <p:nvPr/>
        </p:nvSpPr>
        <p:spPr>
          <a:xfrm>
            <a:off x="3910040" y="8278775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Solver</a:t>
            </a:r>
            <a:endParaRPr lang="en-US" sz="1200" dirty="0"/>
          </a:p>
        </p:txBody>
      </p:sp>
      <p:sp>
        <p:nvSpPr>
          <p:cNvPr id="252" name="Rectangle à coins arrondis 251"/>
          <p:cNvSpPr/>
          <p:nvPr/>
        </p:nvSpPr>
        <p:spPr>
          <a:xfrm>
            <a:off x="3910040" y="8543044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Stepper</a:t>
            </a:r>
            <a:endParaRPr lang="en-US" sz="1200" dirty="0"/>
          </a:p>
        </p:txBody>
      </p:sp>
      <p:sp>
        <p:nvSpPr>
          <p:cNvPr id="253" name="Rectangle à coins arrondis 252"/>
          <p:cNvSpPr/>
          <p:nvPr/>
        </p:nvSpPr>
        <p:spPr>
          <a:xfrm>
            <a:off x="3910040" y="8807313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System</a:t>
            </a:r>
            <a:endParaRPr lang="en-US" sz="1200" dirty="0"/>
          </a:p>
        </p:txBody>
      </p:sp>
      <p:sp>
        <p:nvSpPr>
          <p:cNvPr id="254" name="Rectangle à coins arrondis 253"/>
          <p:cNvSpPr/>
          <p:nvPr/>
        </p:nvSpPr>
        <p:spPr>
          <a:xfrm>
            <a:off x="5282612" y="8278775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Scheduler</a:t>
            </a:r>
            <a:endParaRPr lang="en-US" sz="1200" dirty="0"/>
          </a:p>
        </p:txBody>
      </p:sp>
      <p:sp>
        <p:nvSpPr>
          <p:cNvPr id="255" name="Rectangle à coins arrondis 254"/>
          <p:cNvSpPr/>
          <p:nvPr/>
        </p:nvSpPr>
        <p:spPr>
          <a:xfrm>
            <a:off x="5282612" y="8543044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Event handler</a:t>
            </a:r>
            <a:endParaRPr lang="en-US" sz="1200" dirty="0"/>
          </a:p>
        </p:txBody>
      </p:sp>
      <p:sp>
        <p:nvSpPr>
          <p:cNvPr id="256" name="Rectangle à coins arrondis 255"/>
          <p:cNvSpPr/>
          <p:nvPr/>
        </p:nvSpPr>
        <p:spPr>
          <a:xfrm>
            <a:off x="5282612" y="8807314"/>
            <a:ext cx="1216339" cy="178780"/>
          </a:xfrm>
          <a:prstGeom prst="roundRect">
            <a:avLst>
              <a:gd name="adj" fmla="val 3204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Observer</a:t>
            </a:r>
            <a:endParaRPr lang="en-US" sz="1200" dirty="0"/>
          </a:p>
        </p:txBody>
      </p:sp>
      <p:sp>
        <p:nvSpPr>
          <p:cNvPr id="2" name="ZoneTexte 1"/>
          <p:cNvSpPr txBox="1"/>
          <p:nvPr/>
        </p:nvSpPr>
        <p:spPr>
          <a:xfrm>
            <a:off x="982998" y="1857293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No</a:t>
            </a:r>
            <a:endParaRPr lang="en-US" dirty="0"/>
          </a:p>
        </p:txBody>
      </p:sp>
      <p:sp>
        <p:nvSpPr>
          <p:cNvPr id="52" name="ZoneTexte 51"/>
          <p:cNvSpPr txBox="1"/>
          <p:nvPr/>
        </p:nvSpPr>
        <p:spPr>
          <a:xfrm>
            <a:off x="2132856" y="2566809"/>
            <a:ext cx="38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/>
              <a:t>Yes</a:t>
            </a:r>
            <a:endParaRPr lang="en-US" dirty="0"/>
          </a:p>
        </p:txBody>
      </p:sp>
      <p:sp>
        <p:nvSpPr>
          <p:cNvPr id="53" name="ZoneTexte 52"/>
          <p:cNvSpPr txBox="1"/>
          <p:nvPr/>
        </p:nvSpPr>
        <p:spPr>
          <a:xfrm>
            <a:off x="2998070" y="4451681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No</a:t>
            </a:r>
            <a:endParaRPr lang="en-US" dirty="0"/>
          </a:p>
        </p:txBody>
      </p:sp>
      <p:sp>
        <p:nvSpPr>
          <p:cNvPr id="54" name="ZoneTexte 53"/>
          <p:cNvSpPr txBox="1"/>
          <p:nvPr/>
        </p:nvSpPr>
        <p:spPr>
          <a:xfrm>
            <a:off x="2132856" y="5140499"/>
            <a:ext cx="38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/>
              <a:t>Yes</a:t>
            </a:r>
            <a:endParaRPr lang="en-US" dirty="0"/>
          </a:p>
        </p:txBody>
      </p:sp>
      <p:sp>
        <p:nvSpPr>
          <p:cNvPr id="55" name="ZoneTexte 54"/>
          <p:cNvSpPr txBox="1"/>
          <p:nvPr/>
        </p:nvSpPr>
        <p:spPr>
          <a:xfrm>
            <a:off x="2132856" y="6084168"/>
            <a:ext cx="38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 smtClean="0"/>
              <a:t>Yes</a:t>
            </a:r>
            <a:endParaRPr lang="en-US" dirty="0"/>
          </a:p>
        </p:txBody>
      </p:sp>
      <p:sp>
        <p:nvSpPr>
          <p:cNvPr id="56" name="ZoneTexte 55"/>
          <p:cNvSpPr txBox="1"/>
          <p:nvPr/>
        </p:nvSpPr>
        <p:spPr>
          <a:xfrm>
            <a:off x="3800089" y="5519137"/>
            <a:ext cx="365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73705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66</Words>
  <Application>Microsoft Office PowerPoint</Application>
  <PresentationFormat>Affichage à l'écran 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Charles-Edouard Cady</dc:creator>
  <cp:lastModifiedBy>CADY Charles-Edouard</cp:lastModifiedBy>
  <cp:revision>11</cp:revision>
  <dcterms:created xsi:type="dcterms:W3CDTF">2014-03-18T09:02:28Z</dcterms:created>
  <dcterms:modified xsi:type="dcterms:W3CDTF">2022-04-11T08:21:36Z</dcterms:modified>
</cp:coreProperties>
</file>